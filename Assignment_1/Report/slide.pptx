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72" r:id="rId2"/>
    <p:sldId id="316" r:id="rId3"/>
    <p:sldId id="317" r:id="rId4"/>
    <p:sldId id="319" r:id="rId5"/>
    <p:sldId id="320" r:id="rId6"/>
    <p:sldId id="318" r:id="rId7"/>
    <p:sldId id="312" r:id="rId8"/>
    <p:sldId id="313" r:id="rId9"/>
    <p:sldId id="314" r:id="rId10"/>
    <p:sldId id="31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89" d="100"/>
          <a:sy n="89" d="100"/>
        </p:scale>
        <p:origin x="32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D4573-58E7-4156-A133-2731F5F8D1A6}" type="datetimeFigureOut">
              <a:rPr lang="en-US" smtClean="0"/>
              <a:t>11/26/2020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B0CF2-7F87-4E02-A248-870047730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Rectangle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1D30-C0A0-4124-A783-34D9F15FA0FE}" type="datetime1">
              <a:rPr lang="en-US" smtClean="0"/>
              <a:t>11/26/2020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077-7188-48C5-8679-2287FAC952E9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740-6776-4EE9-99FD-96D592FA5A23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BD99-6FFD-46C5-B5E2-43A34BDA2566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678E-214C-4CF8-97C7-95015FB02960}" type="datetime1">
              <a:rPr lang="en-US" smtClean="0"/>
              <a:t>11/26/2020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660E0-FA77-4473-A859-74127B089143}" type="datetime1">
              <a:rPr lang="en-US" smtClean="0"/>
              <a:t>11/26/2020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D7B8-9F07-4899-827D-5F3CFDDEB574}" type="datetime1">
              <a:rPr lang="en-US" smtClean="0"/>
              <a:t>11/26/2020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97C5C-1CD1-417D-A89C-14747F5222C7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FBB-CFA1-4AA8-9123-F0B52DBD84FE}" type="datetime1">
              <a:rPr lang="en-US" smtClean="0"/>
              <a:t>11/26/2020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5871-AB0F-4B3D-8861-97E78CB7B47E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8406-4C3F-4F3E-80BD-A22568EA37EB}" type="datetime1">
              <a:rPr lang="en-US" smtClean="0"/>
              <a:t>11/26/2020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Rectangle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Freeform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pPr marL="0" algn="l" rtl="0" eaLnBrk="1" latinLnBrk="0" hangingPunct="1"/>
                <a:endParaRPr kumimoji="0" lang="en-US" sz="18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Freeform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pPr marL="0" algn="l" rtl="0" eaLnBrk="1" latinLnBrk="0" hangingPunct="1"/>
                <a:endParaRPr kumimoji="0" lang="en-US" sz="18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Group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Freeform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kumimoji="0" lang="en-US" sz="1800"/>
                </a:p>
              </p:txBody>
            </p:sp>
            <p:sp>
              <p:nvSpPr>
                <p:cNvPr id="33" name="Freeform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kumimoji="0" lang="en-US" sz="1800"/>
                </a:p>
              </p:txBody>
            </p:sp>
          </p:grpSp>
        </p:grpSp>
      </p:grp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fld id="{61146459-E3C3-4969-9224-5ED50B492D17}" type="datetime1">
              <a:rPr lang="en-US" smtClean="0"/>
              <a:pPr/>
              <a:t>11/26/2020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SYSTEM</a:t>
            </a:r>
            <a:br>
              <a:rPr lang="en-US" dirty="0"/>
            </a:br>
            <a:r>
              <a:rPr lang="en-US" dirty="0"/>
              <a:t>ASSIGNMENT 1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9</a:t>
            </a:r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3522932" y="3976777"/>
            <a:ext cx="4845399" cy="1299714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5600" b="1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i="1" dirty="0" smtClean="0"/>
              <a:t>Class Registration</a:t>
            </a:r>
            <a:endParaRPr lang="en-US" sz="4400" i="1" dirty="0"/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49715" y="2893373"/>
            <a:ext cx="2291862" cy="1143000"/>
          </a:xfrm>
        </p:spPr>
        <p:txBody>
          <a:bodyPr/>
          <a:lstStyle/>
          <a:p>
            <a:r>
              <a:rPr lang="en-US" dirty="0"/>
              <a:t>1. </a:t>
            </a:r>
            <a:r>
              <a:rPr lang="en-US" dirty="0" smtClean="0"/>
              <a:t>ERD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8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25461" y="2708734"/>
            <a:ext cx="3927231" cy="1143000"/>
          </a:xfrm>
        </p:spPr>
        <p:txBody>
          <a:bodyPr/>
          <a:lstStyle/>
          <a:p>
            <a:r>
              <a:rPr lang="en-US" dirty="0" smtClean="0"/>
              <a:t>2. Mapping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057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25461" y="2708734"/>
            <a:ext cx="3927231" cy="1143000"/>
          </a:xfrm>
        </p:spPr>
        <p:txBody>
          <a:bodyPr/>
          <a:lstStyle/>
          <a:p>
            <a:r>
              <a:rPr lang="en-US" dirty="0" smtClean="0"/>
              <a:t>2. Mapping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82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User’s Permission</a:t>
            </a:r>
            <a:endParaRPr lang="en-US" dirty="0"/>
          </a:p>
        </p:txBody>
      </p:sp>
      <p:pic>
        <p:nvPicPr>
          <p:cNvPr id="1026" name="Picture 2" descr="Group Of People Icon Free Vector Art - (4,613 Free Downloads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339" y="196068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Group Of People Icon Free Vector Art - (4,613 Free Downloads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784" y="196068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Group Of People Icon Free Vector Art - (4,613 Free Downloads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229" y="196068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Group Of People Icon Free Vector Art - (4,613 Free Downloads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674" y="196068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137466" y="3531522"/>
            <a:ext cx="1080745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7878" y="3543163"/>
            <a:ext cx="1608967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 smtClean="0"/>
              <a:t>SOEmployees</a:t>
            </a:r>
            <a:endParaRPr lang="en-US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6894323" y="3572526"/>
            <a:ext cx="159453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 smtClean="0"/>
              <a:t>DeEmployees</a:t>
            </a:r>
            <a:endParaRPr lang="en-US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9716801" y="3613530"/>
            <a:ext cx="107240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Teachers</a:t>
            </a:r>
          </a:p>
        </p:txBody>
      </p:sp>
      <p:pic>
        <p:nvPicPr>
          <p:cNvPr id="1028" name="Picture 4" descr="icon - Download on Iconfinder on Iconfin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675" y="3865684"/>
            <a:ext cx="2734433" cy="240027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2059828" y="6162438"/>
            <a:ext cx="982961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Student</a:t>
            </a:r>
          </a:p>
        </p:txBody>
      </p:sp>
      <p:pic>
        <p:nvPicPr>
          <p:cNvPr id="15" name="Picture 4" descr="icon - Download on Iconfinder on Iconfin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585" y="3865684"/>
            <a:ext cx="2734433" cy="240027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416769" y="6156987"/>
            <a:ext cx="151118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 smtClean="0"/>
              <a:t>SOEmployee</a:t>
            </a:r>
            <a:endParaRPr lang="en-US" dirty="0" smtClean="0"/>
          </a:p>
        </p:txBody>
      </p:sp>
      <p:pic>
        <p:nvPicPr>
          <p:cNvPr id="17" name="Picture 4" descr="icon - Download on Iconfinder on Iconfin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1329" y="3865683"/>
            <a:ext cx="2734433" cy="240027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7080167" y="6162437"/>
            <a:ext cx="149675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 smtClean="0"/>
              <a:t>DeEmployee</a:t>
            </a:r>
            <a:endParaRPr lang="en-US" dirty="0" smtClean="0"/>
          </a:p>
        </p:txBody>
      </p:sp>
      <p:pic>
        <p:nvPicPr>
          <p:cNvPr id="19" name="Picture 4" descr="icon - Download on Iconfinder on Iconfin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0239" y="3865683"/>
            <a:ext cx="2734433" cy="240027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0018487" y="6148775"/>
            <a:ext cx="97462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Teacher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261" y="2838675"/>
            <a:ext cx="1101614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265" y="4744083"/>
            <a:ext cx="1178410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Users</a:t>
            </a:r>
          </a:p>
        </p:txBody>
      </p:sp>
    </p:spTree>
    <p:extLst>
      <p:ext uri="{BB962C8B-B14F-4D97-AF65-F5344CB8AC3E}">
        <p14:creationId xmlns:p14="http://schemas.microsoft.com/office/powerpoint/2010/main" val="94889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34F41-B358-4D38-80E5-60D5DA360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anchor="b">
            <a:normAutofit/>
          </a:bodyPr>
          <a:lstStyle/>
          <a:p>
            <a:r>
              <a:rPr lang="en-US" dirty="0"/>
              <a:t>4</a:t>
            </a:r>
            <a:r>
              <a:rPr lang="en-US" dirty="0" smtClean="0"/>
              <a:t>. </a:t>
            </a:r>
            <a:r>
              <a:rPr lang="en-US" dirty="0" err="1"/>
              <a:t>FrontEnd</a:t>
            </a:r>
            <a:endParaRPr lang="vi-VN" dirty="0"/>
          </a:p>
        </p:txBody>
      </p:sp>
      <p:pic>
        <p:nvPicPr>
          <p:cNvPr id="1026" name="Picture 2" descr="Bí kíp toàn thư về React mà bạn cần phải biết (phần 1) | TopDev">
            <a:extLst>
              <a:ext uri="{FF2B5EF4-FFF2-40B4-BE49-F238E27FC236}">
                <a16:creationId xmlns:a16="http://schemas.microsoft.com/office/drawing/2014/main" id="{7A7B056F-F8E1-4C09-9A54-8CB7FBCB3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2231649"/>
            <a:ext cx="5384800" cy="381171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78726-AE33-4316-AB73-F3EDC3C90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>
            <a:normAutofit/>
          </a:bodyPr>
          <a:lstStyle/>
          <a:p>
            <a:r>
              <a:rPr lang="en-US" dirty="0"/>
              <a:t>Framework: ReactJS</a:t>
            </a:r>
          </a:p>
          <a:p>
            <a:r>
              <a:rPr lang="en-US" dirty="0"/>
              <a:t>Dependencies:</a:t>
            </a:r>
          </a:p>
          <a:p>
            <a:pPr lvl="1"/>
            <a:r>
              <a:rPr lang="en-US" sz="2600"/>
              <a:t>Redux</a:t>
            </a:r>
          </a:p>
          <a:p>
            <a:pPr lvl="1"/>
            <a:r>
              <a:rPr lang="en-US" sz="2600" err="1"/>
              <a:t>ReduxThunk</a:t>
            </a:r>
            <a:endParaRPr lang="en-US" sz="2600"/>
          </a:p>
          <a:p>
            <a:pPr lvl="1"/>
            <a:r>
              <a:rPr lang="en-US" sz="2600" err="1"/>
              <a:t>AntDesign</a:t>
            </a:r>
            <a:endParaRPr lang="en-US" sz="2600"/>
          </a:p>
          <a:p>
            <a:pPr lvl="1"/>
            <a:r>
              <a:rPr lang="en-US" sz="2600"/>
              <a:t>Material Table…</a:t>
            </a:r>
            <a:endParaRPr lang="vi-VN" sz="2600"/>
          </a:p>
        </p:txBody>
      </p:sp>
    </p:spTree>
    <p:extLst>
      <p:ext uri="{BB962C8B-B14F-4D97-AF65-F5344CB8AC3E}">
        <p14:creationId xmlns:p14="http://schemas.microsoft.com/office/powerpoint/2010/main" val="234157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F1814-787C-4CD6-8355-A5F52C59C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  <a:r>
              <a:rPr lang="en-US" dirty="0" smtClean="0"/>
              <a:t>. </a:t>
            </a:r>
            <a:r>
              <a:rPr lang="en-US" dirty="0" err="1"/>
              <a:t>FrontEnd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DC5C3-8B32-475F-8D82-807AE853F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 </a:t>
            </a:r>
            <a:r>
              <a:rPr lang="en-US" dirty="0">
                <a:sym typeface="Wingdings" panose="05000000000000000000" pitchFamily="2" charset="2"/>
              </a:rPr>
              <a:t> Container  Components</a:t>
            </a:r>
          </a:p>
          <a:p>
            <a:r>
              <a:rPr lang="en-US" dirty="0">
                <a:sym typeface="Wingdings" panose="05000000000000000000" pitchFamily="2" charset="2"/>
              </a:rPr>
              <a:t>State Management : Redux</a:t>
            </a:r>
          </a:p>
          <a:p>
            <a:r>
              <a:rPr lang="en-US" dirty="0" err="1">
                <a:sym typeface="Wingdings" panose="05000000000000000000" pitchFamily="2" charset="2"/>
              </a:rPr>
              <a:t>Api</a:t>
            </a:r>
            <a:r>
              <a:rPr lang="en-US" dirty="0">
                <a:sym typeface="Wingdings" panose="05000000000000000000" pitchFamily="2" charset="2"/>
              </a:rPr>
              <a:t> Call : Redux </a:t>
            </a:r>
            <a:r>
              <a:rPr lang="en-US" dirty="0" err="1">
                <a:sym typeface="Wingdings" panose="05000000000000000000" pitchFamily="2" charset="2"/>
              </a:rPr>
              <a:t>Thunk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Design Template : </a:t>
            </a:r>
            <a:r>
              <a:rPr lang="en-US" dirty="0" err="1">
                <a:sym typeface="Wingdings" panose="05000000000000000000" pitchFamily="2" charset="2"/>
              </a:rPr>
              <a:t>AntDesign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0665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53844-4CC5-43A3-B7BB-8C6716E2B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</a:t>
            </a:r>
            <a:r>
              <a:rPr lang="en-US" dirty="0" smtClean="0"/>
              <a:t>. </a:t>
            </a:r>
            <a:r>
              <a:rPr lang="en-US" dirty="0" err="1"/>
              <a:t>BackEnd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20DD4-7C77-44CA-9738-81A8C84B2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NodeJS Platform (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JavaScript runtime built on Chrome's V8 JavaScript engine)</a:t>
            </a:r>
            <a:endParaRPr lang="en-US" dirty="0"/>
          </a:p>
          <a:p>
            <a:r>
              <a:rPr lang="en-US" dirty="0"/>
              <a:t>Framework: </a:t>
            </a:r>
            <a:r>
              <a:rPr lang="en-US" dirty="0" err="1"/>
              <a:t>ExpressJs</a:t>
            </a:r>
            <a:endParaRPr lang="vi-VN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71036D73-889A-4119-B702-C0C5B0E76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122" y="2368312"/>
            <a:ext cx="6009405" cy="428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3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34587-6E17-42F4-B663-0DB96349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</a:t>
            </a:r>
            <a:r>
              <a:rPr lang="en-US" dirty="0" smtClean="0"/>
              <a:t>. </a:t>
            </a:r>
            <a:r>
              <a:rPr lang="en-US" dirty="0"/>
              <a:t>SQL Server Integration Services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8386B-69B8-4D2B-B0FA-DDCFECE3F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ETL Tool</a:t>
            </a:r>
          </a:p>
          <a:p>
            <a:r>
              <a:rPr lang="en-US" dirty="0"/>
              <a:t>Flow Design</a:t>
            </a:r>
          </a:p>
          <a:p>
            <a:r>
              <a:rPr lang="en-US" dirty="0"/>
              <a:t>Support Sequence and parallel tasks.</a:t>
            </a:r>
          </a:p>
          <a:p>
            <a:r>
              <a:rPr lang="en-US" dirty="0"/>
              <a:t>Support data transmit automatically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5238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tion on brainstorming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siness brainstorming presentation.potx" id="{DE77CA07-3D7A-4CF2-AF02-587F794CB3CB}" vid="{13C2A94F-C0A1-4622-B71C-29A3B00D5E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103</Words>
  <Application>Microsoft Office PowerPoint</Application>
  <PresentationFormat>Widescreen</PresentationFormat>
  <Paragraphs>38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Century Gothic</vt:lpstr>
      <vt:lpstr>Palatino Linotype</vt:lpstr>
      <vt:lpstr>Tahoma</vt:lpstr>
      <vt:lpstr>Verdana</vt:lpstr>
      <vt:lpstr>Wingdings</vt:lpstr>
      <vt:lpstr>Wingdings 2</vt:lpstr>
      <vt:lpstr>Presentation on brainstorming</vt:lpstr>
      <vt:lpstr>DATABASE SYSTEM ASSIGNMENT 1</vt:lpstr>
      <vt:lpstr>1. ERD</vt:lpstr>
      <vt:lpstr>2. Mapping</vt:lpstr>
      <vt:lpstr>2. Mapping</vt:lpstr>
      <vt:lpstr>PowerPoint Presentation</vt:lpstr>
      <vt:lpstr>3. User’s Permission</vt:lpstr>
      <vt:lpstr>4. FrontEnd</vt:lpstr>
      <vt:lpstr>4. FrontEnd</vt:lpstr>
      <vt:lpstr>5. BackEnd</vt:lpstr>
      <vt:lpstr>6. SQL Server Integration Services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Query Performance</dc:title>
  <dc:creator>Quan</dc:creator>
  <cp:lastModifiedBy>Nguyễn Đăng Cương</cp:lastModifiedBy>
  <cp:revision>11</cp:revision>
  <dcterms:created xsi:type="dcterms:W3CDTF">2020-11-18T13:07:55Z</dcterms:created>
  <dcterms:modified xsi:type="dcterms:W3CDTF">2020-11-25T21:19:27Z</dcterms:modified>
</cp:coreProperties>
</file>